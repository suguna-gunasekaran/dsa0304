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0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6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3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6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4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3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7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3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01703-FD52-454E-AFC8-0BC0860B1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858FC-1E2C-4C23-978E-D612CA339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7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6735" y="2003853"/>
            <a:ext cx="10522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Finite State Automata in Natural Language Processing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97988" y="2875726"/>
            <a:ext cx="86995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Technical presentation</a:t>
            </a:r>
          </a:p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DSA0304 – 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9898" y="4864608"/>
            <a:ext cx="38721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Suguna G (192425032)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Department of AI&amp;ML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SIMATS Engineering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330" y="4449110"/>
            <a:ext cx="45842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Dr. T. DEVI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Professor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mw Roman"/>
              </a:rPr>
              <a:t>SIMATS Engineering </a:t>
            </a:r>
          </a:p>
        </p:txBody>
      </p:sp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0" y="200844"/>
            <a:ext cx="12020204" cy="126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429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206758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54172" y="510189"/>
            <a:ext cx="5184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mw Roman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6002" y="1527939"/>
            <a:ext cx="9171433" cy="669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800" b="1" dirty="0">
                <a:latin typeface="Times New Roman" pitchFamily="18" charset="0"/>
                <a:cs typeface="Times New Roman" pitchFamily="18" charset="0"/>
              </a:rPr>
              <a:t>Finite State Automata in Natural Language Processing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69720" y="2849880"/>
            <a:ext cx="90830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NLP enables computers to understand and process human language.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Finite State Automata (FSA) is a mathematical model for recognizing text patterns.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FSA is widely used in lexical analysis, tokenization, and language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recog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88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206758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45766" y="510189"/>
            <a:ext cx="6801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Deterministic and Non-Deterministic Finite Automata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2520" y="2362431"/>
            <a:ext cx="426720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Deterministic Finite Automata (DFA)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One transition for each input symbol.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Single processing path.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Fast and simple to implement.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1240" y="2407416"/>
            <a:ext cx="461772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Non-Deterministic Finite Automata (NFA)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Multiple transitions for an input.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ε (epsilon) transitions.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Flexible and easily converted to DFA. </a:t>
            </a:r>
          </a:p>
        </p:txBody>
      </p:sp>
    </p:spTree>
    <p:extLst>
      <p:ext uri="{BB962C8B-B14F-4D97-AF65-F5344CB8AC3E}">
        <p14:creationId xmlns:p14="http://schemas.microsoft.com/office/powerpoint/2010/main" val="190653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206758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54172" y="279658"/>
            <a:ext cx="5184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 Design and Model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0028" y="1611325"/>
            <a:ext cx="55764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Algorithm :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 the input string. 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Start from the initial state. 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Process one character at a time. 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Follow state transitions. 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Accept if the final state is 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5640" y="1752600"/>
            <a:ext cx="4617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FSA Model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 = (Q,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Σ, δ,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q₀, F)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Q – States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Σ –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Input symbols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δ –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Transition function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q₀ – Initial state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 – Final state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85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189506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49325" y="492937"/>
            <a:ext cx="7394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mw Roman"/>
              </a:rPr>
              <a:t>FSA code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874520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405" y="1874520"/>
            <a:ext cx="4283075" cy="438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680" y="2243852"/>
            <a:ext cx="3749040" cy="3703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990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206758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92741" y="510189"/>
            <a:ext cx="6206517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Applications &amp; Conclusion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48405" y="2216965"/>
            <a:ext cx="362542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Applications :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Lexical Analysis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Tokenization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Spell Checking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Search Engines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Speech Recognition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72640"/>
            <a:ext cx="435864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Conclusion :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FSA is a key model in NLP.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DFA offers efficient processing.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NFA provides flexible pattern recognition.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58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07941" y="2488556"/>
            <a:ext cx="91208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latin typeface="Bradley Hand ITC" panose="03070402050302030203" pitchFamily="66" charset="0"/>
              </a:rPr>
              <a:t>Thank you..!!</a:t>
            </a:r>
          </a:p>
        </p:txBody>
      </p:sp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54"/>
          <a:stretch/>
        </p:blipFill>
        <p:spPr bwMode="auto">
          <a:xfrm>
            <a:off x="189114" y="206758"/>
            <a:ext cx="1267691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12CFF4-DA80-63D9-A69E-68B7AC0EC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1" r="34302"/>
          <a:stretch/>
        </p:blipFill>
        <p:spPr bwMode="auto">
          <a:xfrm>
            <a:off x="10436187" y="114999"/>
            <a:ext cx="1682497" cy="137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160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249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sugunag.2006@gmail.com</cp:lastModifiedBy>
  <cp:revision>28</cp:revision>
  <dcterms:created xsi:type="dcterms:W3CDTF">2026-04-24T11:55:31Z</dcterms:created>
  <dcterms:modified xsi:type="dcterms:W3CDTF">2026-07-30T04:47:54Z</dcterms:modified>
</cp:coreProperties>
</file>